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Q1. Which gas is a noble gas?</a:t>
            </a:r>
          </a:p>
          <a:p>
            <a:r>
              <a:t>a) Oxygen</a:t>
            </a:r>
          </a:p>
          <a:p>
            <a:r>
              <a:t>b) Helium</a:t>
            </a:r>
          </a:p>
          <a:p>
            <a:r>
              <a:t>c) Nitrogen</a:t>
            </a:r>
          </a:p>
          <a:p>
            <a:r>
              <a:t>d) Hydrogen</a:t>
            </a:r>
          </a:p>
          <a:p>
            <a:r>
              <a:t>Q2. Atomic number of Carbon?</a:t>
            </a:r>
          </a:p>
          <a:p>
            <a:r>
              <a:t>a) 6 b) 12 c) 8 d)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